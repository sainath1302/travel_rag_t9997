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502" r:id="rId10"/>
    <p:sldId id="21474704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algn="ctr">
              <a:defRPr/>
            </a:pPr>
            <a:r>
              <a:rPr lang="en-US" sz="3600" b="1" dirty="0">
                <a:solidFill>
                  <a:srgbClr val="FFFFFF"/>
                </a:solidFill>
              </a:rPr>
              <a:t>RAG-Driven Intelligent Travel Recommendation and Personalized Itinerary Generation System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Challapalle</a:t>
            </a: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 Venkata Sainath Reddy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VIT Chennai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T9997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GB" sz="2400" b="0" dirty="0">
                <a:latin typeface="Calibri"/>
              </a:rPr>
              <a:t>Travel planning requires information from multiple sources such as destinations, attractions, activities, accommodation, budgets and seasons.</a:t>
            </a:r>
            <a:endParaRPr lang="en-GB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</a:pPr>
            <a:r>
              <a:rPr lang="en-GB" sz="2400" b="0" dirty="0">
                <a:latin typeface="Calibri"/>
              </a:rPr>
              <a:t>Traditional recommendation systems often provide generic suggestions and may not match individual preferences.</a:t>
            </a:r>
          </a:p>
          <a:p>
            <a:pPr>
              <a:spcAft>
                <a:spcPts val="1000"/>
              </a:spcAft>
            </a:pPr>
            <a:r>
              <a:rPr lang="en-GB" sz="2400" b="0" dirty="0">
                <a:latin typeface="Calibri"/>
              </a:rPr>
              <a:t>Large Language Models can generate unsupported or outdated travel information without reliable external knowledge.</a:t>
            </a:r>
          </a:p>
          <a:p>
            <a:pPr>
              <a:spcAft>
                <a:spcPts val="1000"/>
              </a:spcAft>
            </a:pPr>
            <a:r>
              <a:rPr lang="en-GB" sz="2400" b="0" dirty="0">
                <a:latin typeface="Calibri"/>
              </a:rPr>
              <a:t>This project uses Retrieval-Augmented Generation (RAG) to retrieve relevant travel information and generate personalized recommendations and itineraries.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endParaRPr sz="2400" b="0" dirty="0"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dirty="0">
                <a:latin typeface="Calibri"/>
              </a:rPr>
              <a:t>Build a RAG-based intelligent travel recommendation system.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Provide personalized destination recommendations based on preferences, budget and trip duration.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Use semantic and keyword-based retrieval to find relevant travel information.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Generate practical day-by-day travel itineraries using retrieved information.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Reduce LLM hallucinations by grounding responses in the travel knowledge base.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52997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Module 1 – Data Ingestion &amp; ETL: Clean, validate and load tourism and review data into PostgreSQL.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Module 2 – Travel Document Creation: Convert destination information into searchable RAG documents.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Module 3 – Embedding &amp; FAISS Indexing: Generate BGE-M3 embeddings and create a local FAISS index.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Module 4 – Hybrid Retrieval &amp; Reranking: Combine FAISS and BM25 retrieval and </a:t>
            </a:r>
            <a:r>
              <a:rPr sz="2400" b="0" dirty="0" err="1">
                <a:latin typeface="Calibri"/>
              </a:rPr>
              <a:t>rerank</a:t>
            </a:r>
            <a:r>
              <a:rPr sz="2400" b="0" dirty="0">
                <a:latin typeface="Calibri"/>
              </a:rPr>
              <a:t> using 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Module 5 – RAG Generation &amp; Web Application: Use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with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 and HTML/CSS/JavaScript to generate personalized itineraries.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>
                <a:latin typeface="Calibri"/>
              </a:rPr>
              <a:t>Modules to Cover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dirty="0">
                <a:latin typeface="Calibri"/>
              </a:rPr>
              <a:t>Travelers need to collect information from multiple sources to plan suitable trips, making personalized itinerary creation time-consuming.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Existing recommendation systems may provide generic results instead of considering individual preferences, budget and duration.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LLMs can produce hallucinated or unsupported travel information when generating recommendations without reliable retrieved context.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A system is required to retrieve relevant travel knowledge and generate accurate, personalized and context-aware itineraries.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>
                <a:latin typeface="Calibri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dirty="0">
                <a:latin typeface="Calibri"/>
              </a:rPr>
              <a:t>Raw travel datasets → Cleaning &amp; validation → PostgreSQL.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Processed travel data → RAG document creation.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RAG documents → BGE-M3 embeddings → FAISS vector index.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User query → FAISS semantic retrieval + BM25 keyword retrieval.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Retrieved candidates → 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 → Top relevant documents.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Retrieved context + user query → Local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LLM → Personalized recommendation and itinerary.</a:t>
            </a:r>
          </a:p>
          <a:p>
            <a:pPr>
              <a:spcAft>
                <a:spcPts val="1000"/>
              </a:spcAft>
            </a:pP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 exposes the RAG pipeline to the separate HTML/CSS/JavaScript frontend.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>
                <a:latin typeface="Calibri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dirty="0">
                <a:latin typeface="Calibri"/>
              </a:rPr>
              <a:t>RAG – Retrieval-Augmented Generation for grounded travel responses.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BGE-M3 – Generates semantic embeddings for travel documents and queries.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FAISS – Local vector indexing and similarity search.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BM25 – Keyword-based retrieval to complement semantic search.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 – Ranks retrieved documents by query relevance.</a:t>
            </a:r>
          </a:p>
          <a:p>
            <a:pPr>
              <a:spcAft>
                <a:spcPts val="1000"/>
              </a:spcAft>
            </a:pP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– Local LLM for recommendation and itinerary generation.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Python, PostgreSQL and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 – Data processing, database and backend.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HTML, CSS and JavaScript – Separate web frontend.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>
                <a:latin typeface="Calibri"/>
              </a:rPr>
              <a:t>Approach/Algorithms/Tools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latin typeface="Calibri"/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CA5195-B65F-FE28-E3FC-D656A3FBB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257" y="1439057"/>
            <a:ext cx="6546689" cy="474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12737-0D1F-2F24-708D-3304F4C768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Findings and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01952D-5F81-C801-EDB5-01529C436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683" y="1074090"/>
            <a:ext cx="7779894" cy="515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5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dirty="0">
                <a:latin typeface="Calibri"/>
              </a:rPr>
              <a:t>The system combines structured travel data, hybrid retrieval and generative AI for personalized travel planning.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FAISS and BM25 retrieve relevant travel knowledge, while 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 improves the quality of retrieved context.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The retrieved information is supplied to the local LLM to generate grounded recommendations and day-by-day itineraries.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The RAG architecture reduces dependence on unsupported LLM knowledge and improves contextual relevance.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Calibri"/>
              </a:rPr>
              <a:t>Future work can focus on faster LLM inference, richer personalization and additional real-time travel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>
                <a:latin typeface="Calibri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665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Venkata Sainath Reddy</cp:lastModifiedBy>
  <cp:revision>17</cp:revision>
  <dcterms:created xsi:type="dcterms:W3CDTF">2024-05-13T10:33:11Z</dcterms:created>
  <dcterms:modified xsi:type="dcterms:W3CDTF">2026-10-08T08:46:52Z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